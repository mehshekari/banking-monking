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5" d="100"/>
          <a:sy n="115" d="100"/>
        </p:scale>
        <p:origin x="546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A3194-04EF-4522-8A3D-DAAC589BF34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8EE03-0FB8-4A64-BF9D-2F3C8217A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8EE03-0FB8-4A64-BF9D-2F3C8217A0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50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8EE03-0FB8-4A64-BF9D-2F3C8217A0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7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2C8EA1-1B10-439C-90D7-721517641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9" y="2971800"/>
            <a:ext cx="13086082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8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3B85D25-82A3-41C1-8847-2EC75D7B6CA6}"/>
              </a:ext>
            </a:extLst>
          </p:cNvPr>
          <p:cNvGrpSpPr/>
          <p:nvPr/>
        </p:nvGrpSpPr>
        <p:grpSpPr>
          <a:xfrm>
            <a:off x="0" y="-304800"/>
            <a:ext cx="16256000" cy="9448800"/>
            <a:chOff x="0" y="-304800"/>
            <a:chExt cx="16256000" cy="9448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3"/>
            <a:srcRect t="15026" b="2941"/>
            <a:stretch/>
          </p:blipFill>
          <p:spPr>
            <a:xfrm>
              <a:off x="0" y="1447800"/>
              <a:ext cx="16256000" cy="76962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DA43A5-14BA-4F7F-A91D-7E68B55A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2000" y="0"/>
              <a:ext cx="1510150" cy="15101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6C36A9-430C-43D6-88AC-EF24C426F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2332" y="176654"/>
              <a:ext cx="1911336" cy="12392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2433898-CA74-4AD4-8379-63348C41D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2750" y="-304800"/>
              <a:ext cx="2381250" cy="2381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BC7229-2600-466C-8C97-AF9ABBE64836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520B599-CD31-4F1D-8201-0D5BF7716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57400" y="8864138"/>
              <a:ext cx="1415011" cy="2417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715C46-E5C7-4F6C-9A4E-4C787BC8AE30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1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81BE44F-0672-4E55-BC70-533A60117B43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ACCE6B-BF8B-44BD-AD44-9C63DC58F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40989" y="8864138"/>
              <a:ext cx="1415011" cy="24176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5656C85-E292-4D51-B080-8F515B7C2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47599" y="152400"/>
              <a:ext cx="1066801" cy="12954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A46AA7-4C4D-4741-BA65-9DE7D131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07655" y="257695"/>
              <a:ext cx="921789" cy="12192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ABCE5CA-FEB7-4934-AC3F-267322590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39339" y="152400"/>
              <a:ext cx="1066802" cy="12954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006AFD-92CC-451E-89B7-873359BC3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81876" y="304800"/>
              <a:ext cx="990600" cy="9906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C1D385-4068-4B80-8B01-1843D35DB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66800" y="454250"/>
              <a:ext cx="1066801" cy="69169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EFE4EA3-6A3A-408F-9149-BA7BE1C2C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91076" y="185737"/>
              <a:ext cx="1228725" cy="122872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67D7F0-4A11-4003-88FE-7804D0029C2E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2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22B77A6-2A33-44F0-8398-20E968157940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6ABAF1-5487-4489-92A1-993AD65C6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7400" y="8864138"/>
              <a:ext cx="1415011" cy="24176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5A8C24-847A-4326-AB35-D511D6B2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52600" y="228600"/>
              <a:ext cx="1524213" cy="82879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F58811B-56DE-4456-91D9-723A38329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75229" y="304800"/>
              <a:ext cx="1066800" cy="1066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CDB43C-1FCF-47CA-94C3-5306A3868107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3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F3A3963-6BF1-4718-B60B-9E7B5F3AB5D8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21ACE3D-83E5-4774-A69B-D611F6F24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7400" y="8864138"/>
              <a:ext cx="1415011" cy="24176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16887F-D651-4E6A-9DB1-AFE2555815D8}"/>
                </a:ext>
              </a:extLst>
            </p:cNvPr>
            <p:cNvSpPr txBox="1"/>
            <p:nvPr/>
          </p:nvSpPr>
          <p:spPr>
            <a:xfrm>
              <a:off x="355600" y="8664083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4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C265A9-9742-4C60-8B61-0C73E544F788}"/>
              </a:ext>
            </a:extLst>
          </p:cNvPr>
          <p:cNvGrpSpPr/>
          <p:nvPr/>
        </p:nvGrpSpPr>
        <p:grpSpPr>
          <a:xfrm>
            <a:off x="0" y="38100"/>
            <a:ext cx="16297795" cy="9105900"/>
            <a:chOff x="0" y="38100"/>
            <a:chExt cx="16297795" cy="91059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29D555-8B14-4DC0-B5D7-177CD6B7E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763001"/>
              <a:ext cx="1240444" cy="342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CF24A0-8A3D-40D2-AC3E-06F5A51D2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76400" y="228600"/>
              <a:ext cx="1295399" cy="8287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3A3374E-A078-4107-9F78-CA8242CAE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75229" y="304800"/>
              <a:ext cx="1066800" cy="10668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5F15D4-A79C-4D8E-BC70-77E12ED93FD2}"/>
                </a:ext>
              </a:extLst>
            </p:cNvPr>
            <p:cNvSpPr txBox="1"/>
            <p:nvPr/>
          </p:nvSpPr>
          <p:spPr>
            <a:xfrm>
              <a:off x="15840595" y="877466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dirty="0">
                  <a:solidFill>
                    <a:srgbClr val="0C2850"/>
                  </a:solidFill>
                  <a:cs typeface="B Titr" panose="00000700000000000000" pitchFamily="2" charset="-78"/>
                </a:rPr>
                <a:t>5</a:t>
              </a:r>
              <a:endParaRPr lang="en-US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D3424C-2689-4EAF-9B8C-177B31950685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5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8DC3BDA-6E95-414C-9468-3C730303F840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81F337-7D27-4D34-AB79-99C83149D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0" y="8832115"/>
              <a:ext cx="1240444" cy="23568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CFBB02-2B32-4721-BCFB-B07D0B92615B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6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C9E376E-59B8-4E59-95DB-F323001EA6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371"/>
            <a:stretch/>
          </p:blipFill>
          <p:spPr>
            <a:xfrm>
              <a:off x="8313530" y="7924800"/>
              <a:ext cx="957470" cy="381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BF11A83-BEC0-4E51-8898-B17983C37BE6}"/>
              </a:ext>
            </a:extLst>
          </p:cNvPr>
          <p:cNvGrpSpPr/>
          <p:nvPr/>
        </p:nvGrpSpPr>
        <p:grpSpPr>
          <a:xfrm>
            <a:off x="0" y="38100"/>
            <a:ext cx="16256000" cy="9105900"/>
            <a:chOff x="0" y="38100"/>
            <a:chExt cx="16256000" cy="91059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597E51-B23E-4126-8FA5-2A00E672C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99934" y="8781999"/>
              <a:ext cx="1905266" cy="36200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C5F01C-A7F2-4C09-87BE-BC299882BAEC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7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8EEC852-C71A-431D-B447-B4C220B930DB}"/>
              </a:ext>
            </a:extLst>
          </p:cNvPr>
          <p:cNvGrpSpPr/>
          <p:nvPr/>
        </p:nvGrpSpPr>
        <p:grpSpPr>
          <a:xfrm>
            <a:off x="0" y="38100"/>
            <a:ext cx="16256000" cy="9105900"/>
            <a:chOff x="0" y="38100"/>
            <a:chExt cx="16256000" cy="91059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A9DF56-7D45-489F-906A-4498B1BB4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81200" y="8839200"/>
              <a:ext cx="1574800" cy="304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966175-5AC4-4ADF-9CF5-814DE658A35C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8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958B6AD-3043-40CF-9CDA-1FD96CBA8C19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7CA77C8-2A68-4E48-9815-13851DB2B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7400" y="8864138"/>
              <a:ext cx="1415011" cy="24176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369072-F4C3-4E00-97D9-74256A1C0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28801" y="533401"/>
              <a:ext cx="1143000" cy="60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350C79-FE4E-480F-A8DF-084F73B01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28801" y="457200"/>
              <a:ext cx="1066800" cy="10668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1F058D-0043-42F9-BA91-9A9571528585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9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8272150-E37D-42F5-8ECA-B2D4DBCA107B}"/>
              </a:ext>
            </a:extLst>
          </p:cNvPr>
          <p:cNvGrpSpPr/>
          <p:nvPr/>
        </p:nvGrpSpPr>
        <p:grpSpPr>
          <a:xfrm>
            <a:off x="0" y="38100"/>
            <a:ext cx="16256000" cy="9105899"/>
            <a:chOff x="0" y="38100"/>
            <a:chExt cx="16256000" cy="9105899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3503288-27D7-41D8-8706-190A8986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09801" y="8839200"/>
              <a:ext cx="1346199" cy="30479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B286BE-A22D-4EBA-A94B-5B135F09CE1F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10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9BBFAF7-920B-460C-B049-BD5CBB2B3391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28E2E8-9ED4-4DF9-9A22-372D93BE6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7400" y="8864138"/>
              <a:ext cx="1415011" cy="2417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3BD827-C155-4978-9326-37EE3947273C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11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310C5D-9EC6-4D89-BBDC-AC51B542D86B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B89EFF-5D62-47AF-8D39-5850E6DCF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36577" y="8763000"/>
              <a:ext cx="1419423" cy="26673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6FE72B-BA5A-4760-9F67-7959CE624700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rgbClr val="0C2850"/>
                  </a:solidFill>
                  <a:cs typeface="B Titr" panose="00000700000000000000" pitchFamily="2" charset="-78"/>
                </a:rPr>
                <a:t>12</a:t>
              </a:r>
              <a:endParaRPr lang="en-US" sz="2000" dirty="0">
                <a:solidFill>
                  <a:srgbClr val="0C2850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D6C8465-523B-4EFE-AA6A-1F3CAC08914A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6C11E79-40A1-4FC4-8240-1E18D4732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04250" y="8741655"/>
              <a:ext cx="1419423" cy="31436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F5E66E-7516-4166-BCDB-577A94FF22AA}"/>
                </a:ext>
              </a:extLst>
            </p:cNvPr>
            <p:cNvSpPr txBox="1"/>
            <p:nvPr/>
          </p:nvSpPr>
          <p:spPr>
            <a:xfrm>
              <a:off x="203200" y="8615687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chemeClr val="bg1"/>
                  </a:solidFill>
                  <a:cs typeface="B Titr" panose="00000700000000000000" pitchFamily="2" charset="-78"/>
                </a:rPr>
                <a:t>13</a:t>
              </a:r>
              <a:endParaRPr lang="en-US" sz="2000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</Words>
  <Application>Microsoft Office PowerPoint</Application>
  <PresentationFormat>Custom</PresentationFormat>
  <Paragraphs>16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Khazaei</cp:lastModifiedBy>
  <cp:revision>13</cp:revision>
  <dcterms:created xsi:type="dcterms:W3CDTF">2006-08-16T00:00:00Z</dcterms:created>
  <dcterms:modified xsi:type="dcterms:W3CDTF">2026-09-18T08:26:40Z</dcterms:modified>
</cp:coreProperties>
</file>